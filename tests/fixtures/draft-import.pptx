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PRIVATE_PPTX_TEACHER_NOTE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import lesson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Opening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Lower tariffs</a:t>
            </a:r>
          </a:p>
          <a:p>
            <a:pPr lvl="1"/>
            <a:r>
              <a:t>Distributional consequences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914400">
                <a:tc>
                  <a:txBody>
                    <a:bodyPr/>
                    <a:lstStyle/>
                    <a:p>
                      <a: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Outcome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Public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Capacity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